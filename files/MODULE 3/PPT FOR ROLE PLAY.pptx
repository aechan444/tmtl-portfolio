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60" r:id="rId2"/>
    <p:sldId id="259" r:id="rId3"/>
    <p:sldId id="256" r:id="rId4"/>
    <p:sldId id="257" r:id="rId5"/>
    <p:sldId id="258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18396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df73477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09df73477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9987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409df73477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409df734778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4230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409df73477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409df73477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854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500" y="1123950"/>
            <a:ext cx="4267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/>
              <a:t>Misleading Digital Media Graphs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44767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007" y="195440"/>
            <a:ext cx="850194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Intended Learning Outcome(ILO)</a:t>
            </a:r>
          </a:p>
          <a:p>
            <a:endParaRPr lang="en-US" sz="2400" b="1" dirty="0"/>
          </a:p>
          <a:p>
            <a:r>
              <a:rPr lang="en-US" sz="2400" dirty="0" smtClean="0"/>
              <a:t>At the end of this lesson</a:t>
            </a:r>
            <a:r>
              <a:rPr lang="en-US" sz="2400" dirty="0"/>
              <a:t>,</a:t>
            </a:r>
            <a:r>
              <a:rPr lang="en-US" sz="2400" dirty="0" smtClean="0"/>
              <a:t> students will be able to;</a:t>
            </a:r>
          </a:p>
          <a:p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Identify misleading features in digital media graphs and explain how they can affect people’s interpretation of data. 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 smtClean="0"/>
              <a:t>Collaborate </a:t>
            </a:r>
            <a:r>
              <a:rPr lang="en-US" sz="2400" dirty="0"/>
              <a:t>with their peers to analyze, discuss, and correct misleading graphs using appropriate statistical </a:t>
            </a:r>
            <a:r>
              <a:rPr lang="en-US" sz="2400" dirty="0" smtClean="0"/>
              <a:t>concepts.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smtClean="0"/>
              <a:t>Communicate </a:t>
            </a:r>
            <a:r>
              <a:rPr lang="en-US" sz="2400" dirty="0"/>
              <a:t>their interpretation of statistical information </a:t>
            </a:r>
            <a:r>
              <a:rPr lang="en-US" sz="2400" dirty="0" smtClean="0"/>
              <a:t>clearly.</a:t>
            </a:r>
          </a:p>
        </p:txBody>
      </p:sp>
    </p:spTree>
    <p:extLst>
      <p:ext uri="{BB962C8B-B14F-4D97-AF65-F5344CB8AC3E}">
        <p14:creationId xmlns:p14="http://schemas.microsoft.com/office/powerpoint/2010/main" val="2611808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Beautify as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Beautify as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Beautify as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</Words>
  <Application>Microsoft Office PowerPoint</Application>
  <PresentationFormat>On-screen Show (16:9)</PresentationFormat>
  <Paragraphs>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</dc:creator>
  <cp:lastModifiedBy>Microsoft account</cp:lastModifiedBy>
  <cp:revision>2</cp:revision>
  <dcterms:modified xsi:type="dcterms:W3CDTF">2026-09-15T03:10:06Z</dcterms:modified>
</cp:coreProperties>
</file>